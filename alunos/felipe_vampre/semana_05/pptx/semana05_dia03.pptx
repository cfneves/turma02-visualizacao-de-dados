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76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·  MÓDULO 1 — MODELAGEM DE DADOS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 · Dia 03  —  Sexta · 19h–22h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para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industriais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loops. Vetorizado. 375× mais rápido.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2011680" cy="27432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dimensões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3063240"/>
            <a:ext cx="201168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vetorizadas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3063240"/>
            <a:ext cx="2011680" cy="27432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006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3063240"/>
            <a:ext cx="2011680" cy="274320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94944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Histograma NumPy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 ·  Remota  ·  Turma T2 Noturno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fazemos hoje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 · 19h00 – 22h00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22960" cy="2926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NumPy?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7922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vs vetorização — benchmark real · ndarray vs lista 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822960" cy="292608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231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dimensões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np.array, shape, dtype, reshape, slicing em 1D e 2D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822960" cy="292608"/>
          </a:xfrm>
          <a:prstGeom prst="lin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Intervalo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1455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22960" cy="29260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Vetorização + Broadcasting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822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sem loop · np.where · broadcasting de shapes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261104"/>
            <a:ext cx="822960" cy="2926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261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+ Commit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498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OEE vetorizado · histograma com bins NumPy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NumPy? — Loop vs Vetorização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milhão de linhas: segundos vs milissegundos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 loop Python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salarios = df["Salario"].tolist()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salarios: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result.append(s * 1.10)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~450 ms para 1M linhas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 NumPy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df["Salario"].values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arr * 1.10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~1.2 ms para 1M linhas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874520" y="36118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que um loop Python equivalente.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opera diretamente em memória contígua, sem overhead de objetos Python por elemento.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03 · Sexta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 — criação, dimensões e slicing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· 2D · shape · dtype · reshape · indexação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aula_03.ipynb — ndarray básico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1D — vetor de salários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salarios = df["Salario"].values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print(type(salarios))    # numpy.ndarray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print(salarios.shape)    # (1000,)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print(salarios.dtype)    # float64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— funcionários × métricas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 = np.column_stack([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df["Salario"].values,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df["Idade"].values,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df["ID_Funcionario"].values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print(matriz.shape)      # (1000, 3)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print(matriz[0])         # 1ª linha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print(matriz[:, 0])      # 1ª coluna inteira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print(matriz[0:5, 0:2])  # 5 linhas, 2 colunas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np.arange(12)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 = arr.reshape(3, 4)  # 3 linhas × 4 colunas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93408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Dimensões: (linhas, colunas)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3212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9340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dos dados: float64, int64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3212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.ndim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3408" y="2670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dimensões: 1 ou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3408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elementos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→ ndarray NumPy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4315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93408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 sem copiar dados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VETORIZAÇÃO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vetorizadas — sem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operação em todos os elementos de uma vez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aula_03.ipynb — operações vetorizadas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salarios = df["Salario"].values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Aritméticas — sem loop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aumento  = salarios * 1.10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desc_ir  = salarios * 0.27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liquido  = salarios - desc_ir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Funções matemáticas NumPy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log_sal  = np.log(salarios)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sqrt_id  = np.sqrt(df["Idade"].values)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Comparações → array de bool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  = salarios &gt; 10000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print(f"Sênior: {senior.sum()}")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np.where — if/else vetorizado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faixa = np.where(salarios &gt;= 10000,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"Senior", "Pleno/Junior")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df["Faixa_np"] = faixa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Agregações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print(f"Média : R$ {np.mean(salarios):,.2f}")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print(f"Mediana: R$ {np.median(salarios):,.2f}")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print(f"DP    : R$ {np.std(salarios):,.2f}")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508760"/>
            <a:ext cx="54864" cy="54864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* 1.1 · arr + 500 · arr **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185416"/>
            <a:ext cx="54864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77840" y="22311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→ bool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597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&gt; 10000 · arr == 0 · arr != -1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2862072"/>
            <a:ext cx="54864" cy="54864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577840" y="29077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NumPy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1363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 · np.log · np.abs · np.round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0680" y="3538728"/>
            <a:ext cx="54864" cy="548640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577840" y="35844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813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 · np.sum · np.min · np.max · np.std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4215384"/>
            <a:ext cx="54864" cy="54864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577840" y="42611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np.where(cond, a, b)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44897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 vetorizado — cria coluna derivada sem loop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— shapes compatíveis sem copiar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'expande' arrays menores para operar com maiores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aula_03.ipynb — broadcasting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Escalar + array (caso mais simples)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np.array([3500, 7800, 12000, 4200])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arr_novo = arr * 1.08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[3780. 8424. 12960. 4536.]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+ 1D — reajuste por coluna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Colunas: [salario_base, bonus, FGTS]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folha = np.array([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[5000,  800, 400],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[8000, 1200, 640],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[12000, 2000, 960]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     = np.array([1.08, 1.05, 1.0])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folha2  = folha * pct  # broadcast por linha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industrial: OEE por linha de produção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oee   = np.array([0.82, 0.91, 0.75, 0.88])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 = 0.85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(oee - meta) * 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print(f"Desvio OEE: {delta}")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Broadcasting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011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+ array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249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+ arr → soma 1000 a cada elemento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0" y="28163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(n,) + escalar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3054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* 1.08 → multiplica cada elemento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36210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(n,m) + 1D (m,)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3858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* [1.08,1.0] → por coluna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4425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4663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iguais ou uma delas é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03 · Sexta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· 21h40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OEE vetorizado — Planta Industrial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produção precisa calcular eficiência sem loops — NumPy obrigatório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o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base_rh.csv com parâmetros corretos. Converta tipos conforme Dia 01.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ndarray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arr_sal = df['Salario'].values. Imprima shape e dtype.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vetorizadas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Calcule: salário +10%, desconto IR 27%, salário líquido. Sem loop!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09651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array 'faixa': Sênior se ≥R$10k, Pleno se ≥R$6k, Júnior abaixo.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6634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35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np.percentile() para P25, P50, P75 e P90. Imprima formatado em R$.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45059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OEE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OEE de 8 linhas (np.random.uniform(0.7, 0.98, 8)). Calcule desvio vs meta=0.85.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73552"/>
            <a:ext cx="329184" cy="32918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634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Histograma NumPy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0235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plt.hist(arr_sal, bins=np.linspace(min,max,15)). Linha vertical na média com plt.axvline().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096512"/>
            <a:ext cx="329184" cy="329184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6634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alunos/seunome/   →   commit 'semana 05 - dia 03: numpy'   →   push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03 · Sexta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340435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pandas — trabalhando juntos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58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usa NumPy por baixo — saber os dois multiplica o poder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18377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22458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+ pandas + matplotlib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44404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Extrair array do pandas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salarios = df["Salario"].values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Percentis com NumPy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pcts = np.percentile(salarios, [25,50,75,90])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print(f"P25: R$ (resultado percentil 25)")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print(f"P90: R$ (resultado percentil 90)")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Min-Max Scaling (normalização 0-1)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sal_norm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(salarios - salarios.min())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(salarios.max() - salarios.min())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df["Salario_Norm"] = sal_norm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Bins uniformes com np.linspace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bins = np.linspace(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salarios.min(),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salarios.max(),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plt.hist(salarios, bins=bins, color="steelblue")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plt.axvline(np.mean(salarios), color="red",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linestyle="--", label="Média")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plt.title("Distribuição com bins NumPy")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35049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df["col"].values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0" y="159738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ndarray da coluna pandas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202715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np.percentile(arr, [25,75])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227403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Quartis vetorizados sem groupby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270380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np.where(cond, a, 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95069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sem loop — como CASE no SQL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338046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np.linspace(min, max, 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362735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 pontos uniformes para bins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405711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Min-Max Scaling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77840" y="430400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essencial para ML e comparações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Semana 05 concluída — commit antes de fechar!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Semana 05 nos deu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01 · Terça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· DataFrame · índice · iloc · loc · query · isin · between · hist · bar · pie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02 · Quinta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 · transform · merge (JOIN) · pivot_table · barras agrupadas · linha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03 · Sexta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 · shape · dtype · slicing · vetorização · np.where · broadcasting · percentis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06  →  Qualidade de Dados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· Duplicatas · Outliers · Padronização · Pipeline de limpeza completo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354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alunos/seunome/   ·   commit 'semana 05 - dia 03: numpy'   ·   push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1625</Words>
  <Application>Microsoft Office PowerPoint</Application>
  <PresentationFormat>Apresentação na tela (16:9)</PresentationFormat>
  <Paragraphs>246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Claudio Neves</cp:lastModifiedBy>
  <cp:revision>2</cp:revision>
  <dcterms:created xsi:type="dcterms:W3CDTF">2026-05-10T11:39:02Z</dcterms:created>
  <dcterms:modified xsi:type="dcterms:W3CDTF">2026-05-10T11:57:37Z</dcterms:modified>
</cp:coreProperties>
</file>