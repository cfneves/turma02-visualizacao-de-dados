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626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DE DADOS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05 · Dia 02  —  Quinta · 19h–22h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· merge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· Junte · Crucifique — e visualize o resultado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agg()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(JOIN)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Barras agrupadas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 ·  Remota  ·  Turma T2 Noturno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fazemos hoje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 · 19h00 – 22h00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822960" cy="292608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19h00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+ Setup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7922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base_rh.csv · revisita loc/iloc em 10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822960" cy="29260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231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19h20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2311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avançado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2468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chaves · agg() com várias funções · transform() sem perder shape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822960" cy="292608"/>
          </a:xfrm>
          <a:prstGeom prst="lin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907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Intervalo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1455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822960" cy="292608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3584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35844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pivot_table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38221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inner/left/right/outer join · relatórios cruzados estilo Excel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261104"/>
            <a:ext cx="822960" cy="292608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11480" y="42611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21h40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42611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+ Commit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71600" y="44988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folha salarial com merge + pivot_table · barras agrupadas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02 · Quinta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avançado — múltiplas chaves e agg()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por mais de uma coluna e aplique várias funções de uma vez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aula_02.ipynb — groupby com agg()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462686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Múltiplas chaves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resumo =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df.groupby(["Departamento", "Cargo"])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["Salario"]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total   = "count",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media   = "mean",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mediana = "median",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desvio  = "std"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.round(2)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.reset_index()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Múltiplas colunas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 =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df.groupby("Departamento")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.agg(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qtd_func  = ("Nome",    "count"),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sal_medio = ("Salario", "mean"),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idade_med = ("Idade",   "median")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.round(1)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508760"/>
            <a:ext cx="54864" cy="96012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605272" y="1581912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agg() = várias funções de uma vez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05272" y="1828800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mean, median, std, min, max, sum — tudo numa chamada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2624328"/>
            <a:ext cx="54864" cy="96012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605272" y="269748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chaves = análise cruzada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05272" y="2944368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groupby(['Dept','Cargo']) é o equivalente de um GROUP BY duplo no SQL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40680" y="3739896"/>
            <a:ext cx="54864" cy="96012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605272" y="3813048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reset_index() após groupby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4059936"/>
            <a:ext cx="3035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o índice hierárquico de volta em colunas normais — necessário para exportar ou plotar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transform() — cálculo por grupo sem perder linhas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diferença: groupby resume · transform adiciona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 vs transform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462686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groupby reduz: 1000 → N grupos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media_depto =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df.groupby("Departamento")["Salario"]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.mean()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print(media_depto.shape)  # (7,)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transform mantém: 1000 → 1000 linhas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df["Sal_Media_Depto"] =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df.groupby("Departamento")["Salario"]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.transform("mean")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.round(2)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Desvio relativo por funcionário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df["Desvio_vs_Depto"] = 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df["Salario"] - df["Sal_Media_Depto"]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print(df[["Nome","Salario",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"Sal_Media_Depto",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"Desvio_vs_Depto"]].head(5))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transform importa?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groupby().mean() → Series com 7 linhas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5778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transform('mean') → Series com 1.000 linhas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7784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Ideal para criar colunas derivadas por grupo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Caso industrial: % desvio do OEE por linha de produção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7784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SQL equivalente: AVG(val) OVER (PARTITION BY grupo)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 — equivalente ao JOIN do SQL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duas tabelas pela coluna-chave comum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aula_02.ipynb — tipos de merge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462686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    = df[["ID_Funcionario","Nome","Dept"]]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metas = pd.read_csv("base_metas.csv", sep=";")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INNER — só quem está nos dois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= pd.merge(rh, metas,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on="ID_Funcionario", how="inner")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LEFT — todos do RH, nulos onde sem meta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 = pd.merge(rh, metas,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on="ID_Funcionario", how="left")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 quem não tem meta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sem_meta = left[left["Meta"].isna()]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print(f"Sem meta: {len(sem_meta)}")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Colunas conflitantes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pd.merge(rh, metas, on="ID",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suffixes=("_rh","_meta"))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508760"/>
            <a:ext cx="685800" cy="685800"/>
          </a:xfrm>
          <a:prstGeom prst="lin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registros presentes nas DUAS tabelas.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2331720"/>
            <a:ext cx="685800" cy="685800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406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da esquerda. Direita preenche NaN onde sem par.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40680" y="3154680"/>
            <a:ext cx="685800" cy="685800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440680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da direita. Esquerda preenche NaN onde sem par.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40680" y="3977640"/>
            <a:ext cx="685800" cy="685800"/>
          </a:xfrm>
          <a:prstGeom prst="lin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40680" y="3977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40690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de ambas. NaN onde não há par em qualquer lado.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4773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sabe SQL JOIN, já sabe merge() — mesma lógica.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· Visualização de Dados e BI  ·  Semana 05 · Dia 02 · Quinta  ·  T2 Noturno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pivot_table() — relatórios cruzados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Dinâmica do Excel — reproduzível e automatizável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21208" y="1527048"/>
            <a:ext cx="4626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aula_02.ipynb — pivot_table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746504"/>
            <a:ext cx="4626864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Salário médio: Departamento × Cargo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= pd.pivot_table(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 = "Salario",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  = "Departamento",   # linhas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 = "Cargo",          # colunas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aggfunc = "mean",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fill_value =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Contagem: Depto × Status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pivot2 = pd.pivot_table(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  = "ID_Funcionario",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  = "Departamento",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 = "Status",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aggfunc = "count",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fill_value =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📊 Barras agrupadas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pivot2.plot(kind="bar")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plt.title("Ativos vs Inativos por Depto")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do pivot_table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965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48272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coluna vira as linhas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77840" y="24963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=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48272" y="24963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coluna vira os cabeçalhos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77840" y="30266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48272" y="302666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valor é agregado nas células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35570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aggfunc =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48272" y="35570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sum, count, min, max...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77840" y="4087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fill_value =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48272" y="4087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preencher onde não há dado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53035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folha salarial — Indústria Metalúrgica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6070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RH quer cruzar headcount com dados de cargo e visualizar a folha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6459"/>
          </a:xfrm>
          <a:prstGeom prst="lin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609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Carregue o 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847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base_rh.csv com parâmetros corretos + conversão de tipos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+ agg()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0392" y="2670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Departamento: count, mean e std de Salario, mean de Idade. reset_index().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27355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1148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0392" y="34930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'Sal_Media_Depto' e 'Desvio_vs_Depto'. Quem ganha &gt;20% acima da média do depto?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09651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merge: adicione coluna 'Eh_Lider' (True/False) cruzando com lista de Gerentes e Coordenadores.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627632"/>
            <a:ext cx="329184" cy="329184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663440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02352" y="160934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18470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médio por Departamento × Faixa_Salarial.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450592"/>
            <a:ext cx="329184" cy="329184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663440" y="2450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2432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Gráfico 1 — barras agrupadas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02352" y="2670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 com count de Ativos vs Inativos por Departamento. pivot.plot(kind='bar').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273552"/>
            <a:ext cx="329184" cy="329184"/>
          </a:xfrm>
          <a:prstGeom prst="lin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6634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02352" y="3255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Gráfico 2 — linha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02352" y="34930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salarial por faixa etária (agrupe com pd.cut). plt.plot().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4096512"/>
            <a:ext cx="329184" cy="329184"/>
          </a:xfrm>
          <a:prstGeom prst="lin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66344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02352" y="4078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02352" y="4315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alunos/seunome/   →   commit 'semana 05 - dia 02: ...'   →   push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antes de fechar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8229600" cy="16459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 hoje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groupby com múltiplas chaves e agg() — várias funções de uma vez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91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transform() — cálculo por grupo sem reduzir o número de linhas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merge() — inner, left, right, outer — equivalente ao JOIN do SQL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94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pivot_table() — relatórios cruzados reproduzíveis sem arrastar campos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pivot.plot(kind='bar') — barras agrupadas direto do pivot_table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80944"/>
            <a:ext cx="8229600" cy="16459"/>
          </a:xfrm>
          <a:prstGeom prst="lin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Sexta · Dia 03  →  NumPy: arrays, operações vetorizadas, broadcasting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547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alunos/seunome/   ·   commit 'semana 05 - dia 02: ...'   ·   push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1360</Words>
  <Application>Microsoft Office PowerPoint</Application>
  <PresentationFormat>Apresentação na tela (16:9)</PresentationFormat>
  <Paragraphs>205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Claudio Neves</cp:lastModifiedBy>
  <cp:revision>2</cp:revision>
  <dcterms:created xsi:type="dcterms:W3CDTF">2026-05-10T11:39:02Z</dcterms:created>
  <dcterms:modified xsi:type="dcterms:W3CDTF">2026-05-10T11:52:04Z</dcterms:modified>
</cp:coreProperties>
</file>